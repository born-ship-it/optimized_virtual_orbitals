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58" r:id="rId4"/>
    <p:sldId id="259" r:id="rId5"/>
    <p:sldId id="260" r:id="rId6"/>
    <p:sldId id="264" r:id="rId7"/>
    <p:sldId id="265" r:id="rId8"/>
    <p:sldId id="266" r:id="rId9"/>
    <p:sldId id="270" r:id="rId10"/>
    <p:sldId id="272" r:id="rId11"/>
    <p:sldId id="286" r:id="rId12"/>
    <p:sldId id="287" r:id="rId13"/>
    <p:sldId id="279" r:id="rId14"/>
    <p:sldId id="282" r:id="rId15"/>
    <p:sldId id="284" r:id="rId16"/>
    <p:sldId id="285" r:id="rId17"/>
    <p:sldId id="289" r:id="rId18"/>
    <p:sldId id="295" r:id="rId19"/>
    <p:sldId id="288" r:id="rId20"/>
    <p:sldId id="290" r:id="rId21"/>
    <p:sldId id="296" r:id="rId22"/>
    <p:sldId id="283" r:id="rId23"/>
    <p:sldId id="280" r:id="rId24"/>
    <p:sldId id="281" r:id="rId25"/>
    <p:sldId id="291" r:id="rId26"/>
    <p:sldId id="292" r:id="rId27"/>
    <p:sldId id="293" r:id="rId28"/>
    <p:sldId id="274" r:id="rId29"/>
    <p:sldId id="275" r:id="rId30"/>
    <p:sldId id="267" r:id="rId31"/>
    <p:sldId id="268" r:id="rId32"/>
    <p:sldId id="269" r:id="rId33"/>
    <p:sldId id="261" r:id="rId34"/>
    <p:sldId id="262" r:id="rId35"/>
    <p:sldId id="263" r:id="rId3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-102" y="-2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28935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Master's thesis on **Optimized Virtual Orbitals (OVO)** for quantum computing at UCPH. Implementation based on [L. Adamowicz &amp; R. J. Bartlett (1987)](https://pubs.aip.org/aip/jcp/article/86/11/6314/93345/Optimized-virtual-orbital-space-for-high-level) - minimizes second-order correlation energy (MP2) using orbital rotations 
Outline
1. Motivation
2. Theoretical background
3. OVOS algorithm (reference)
4. Key equations
5. Implementation details
6. Numerical results
7. Limitations &amp; future work
8. Summary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58D57B-15D9-20BD-A482-86117FDD7D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C74AB7-595C-3C25-F215-C23E64879D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F95D8A-CEBB-7CDD-F59A-69B3C12F46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9B436C-1146-7B2B-ED96-44838E8880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5145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690213-DB8D-56F1-DA0C-6DA2400FE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3440D9-09BD-46A7-B268-6407A89A42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2C91F7-3CAC-FC70-0CD2-6D420CE6E3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3E58EC-A18F-CA76-ED29-9493343800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3432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5CE5D8-71B2-A72B-F9F8-DD773C7EB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22A375-DC0C-7F7B-CA68-14764E3FA0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B30DB8-DCBA-EE6A-8175-8158C535E3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42754D-1A9D-0046-78CA-62D9DC033E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03686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D43A13-8CCD-A8C3-716D-CEDB7E72B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158638-4F58-5360-6848-CF02AFC7B8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30D0F0-BB4D-2E09-EE04-EA43D1B091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444F5D-3666-BAFD-18BB-D55707270E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34114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102C9E-4C3E-F0BA-5D2D-DEE0BAFAD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35F89E-92BE-59E3-DFF4-019617DCE7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5CDAE9-10E1-4996-E0D4-C9616AB107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156A49-321B-34CB-67DD-3E51DF88D3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5138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13A3DD-890B-56C2-8BEA-2047A49CC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9D860B-8C8A-1097-D02E-687B1C2DCF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F7BFA3-1BBE-E2FB-8AF9-9C1B73CF2B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972E5B-F139-65BC-AD29-EAAA6E3104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88561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E89A7B-E3B3-D0C9-7102-4B49CD4C1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BE7815-C2B9-502A-C0F0-B65939745A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E3187F-1543-8C98-E91E-782ABC2FCE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451F8F-3A59-5BA6-A7D9-38D08AAD87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72280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C5ED73-214B-3625-20F9-E59FE22C8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F2705D-49AC-A250-B41C-75B186FA3D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81D01C-E70C-4365-0258-FE2AB2B7F0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51A19A-C4EA-29EC-EF56-20963E4FE67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43482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27DBE7-F99B-56DF-67C6-253D7226B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4964F2-FDDF-6705-AC42-815BD9B7FE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9E48A7-A58A-B477-91F8-68777C467B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CB02A2-C016-4DE5-F9F0-496D21EC43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67357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1A5043-E346-A221-4DCA-DCB54B8B8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EC78E9-A535-3BBA-DEB2-E19D3868D2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6078AA-C1C3-8029-D7CC-8B5CF6EAC9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7CF9E7-2AF8-8D7D-C739-9939E239B7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04286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ADF038-286D-9854-1EBD-3E4EF5F4EF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6ABC82-4AF4-84B7-6C52-86E937158E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F1CEE7-317D-B53E-F940-923E0481E3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6B78FA-8060-0DA7-54E9-E69BF3499A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76923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23EC6-DD80-D887-3903-556676D51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17BEAF-B784-F3F3-8B53-2DDFA97432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2DCB06-E3A1-1AF9-EC1A-B8F9DA3FF6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1ECC36-2C66-5456-14B3-A4859890A0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73022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DA8AC7-4648-3343-F78B-51C9EE1D2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FCBC9C-C406-6B2F-B9C0-B9488D7E74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0FC18A-CD05-1497-1301-9BC23FD6F3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FE2EA0-13C8-CEAB-CDFE-E13197B853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9877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48518A-19B1-B1D5-E6F1-A3ED80C7D7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31D388-076F-8E70-3F90-FA12541D3F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8B53A2-4068-4186-EAF5-AC2589392F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C25EC4-554F-50EF-AE36-79210044A9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2092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5CE557-DB45-05BE-43FA-375266E94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08F5DE-0F55-881D-9D14-252F7C0E23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29B8A6-68E7-86E0-0881-6BF6595DC2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8A650D-2762-AEB3-7285-205077E2CC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13803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625A5-EA3C-78E4-152F-32733A3CC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0DD5F1-8E79-2BCB-DFDE-611723716F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897F7E-DEF0-D4EA-628C-6015602BD7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8476C3-F98D-3B15-39BC-B5C32582D5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15623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3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15.png"/><Relationship Id="rId10" Type="http://schemas.openxmlformats.org/officeDocument/2006/relationships/image" Target="../media/image28.png"/><Relationship Id="rId4" Type="http://schemas.openxmlformats.org/officeDocument/2006/relationships/image" Target="../media/image14.png"/><Relationship Id="rId9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431C364-BA63-3B72-49F3-182D496A79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434" y="686998"/>
            <a:ext cx="10423131" cy="60801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543BF61-08B5-96EE-7541-A099CE9360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505" y="614391"/>
            <a:ext cx="10310989" cy="601474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730787D-87BD-C052-35FB-ACA7B1B2CA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97" y="1267305"/>
            <a:ext cx="1088595" cy="383090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E337C4C-7021-E473-262A-9CFC8F5C75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75291" y="1419705"/>
            <a:ext cx="932111" cy="383090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222E2F-F3EF-246C-D7E7-4322A6F0F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6E3193-90CD-EC96-F003-1CF7F2887F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97" y="861863"/>
            <a:ext cx="11854361" cy="546992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3E99A4F-67B5-B4FE-18B1-6DEF2686BB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7957" y="4390846"/>
            <a:ext cx="9675228" cy="22658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511E2F1-BF4B-F46C-8805-747634D0D6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18047" y="6262471"/>
            <a:ext cx="800212" cy="52394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6B19703-2B3F-FDB3-3584-5D0D618071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-8626"/>
            <a:ext cx="12192000" cy="686662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074D951-5CBC-46A9-5174-815F93D98257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50000"/>
          </a:blip>
          <a:stretch>
            <a:fillRect/>
          </a:stretch>
        </p:blipFill>
        <p:spPr>
          <a:xfrm>
            <a:off x="991115" y="633658"/>
            <a:ext cx="10248514" cy="6012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BF3F2EC-E1B4-861A-CD74-6CD4E5E56D35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70000"/>
          </a:blip>
          <a:stretch>
            <a:fillRect/>
          </a:stretch>
        </p:blipFill>
        <p:spPr>
          <a:xfrm>
            <a:off x="933317" y="641973"/>
            <a:ext cx="10306285" cy="5689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7081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FA2D5-8128-DFE3-A13C-7D24990C3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CECFB3D-8B99-4FB6-E3C8-80553510B9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97" y="861863"/>
            <a:ext cx="11854361" cy="546992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B265C8B-309D-AD23-569C-ADBC7E49A2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7957" y="4390846"/>
            <a:ext cx="9675228" cy="22658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5A2E06D-42F4-DF61-2545-2F8AF530E2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18047" y="6262471"/>
            <a:ext cx="800212" cy="52394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7BE0A47-1DDA-5461-B273-6F58700A22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-8626"/>
            <a:ext cx="12192000" cy="686662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CA8673F-21F2-5157-2146-40A75223541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317" y="641973"/>
            <a:ext cx="10310989" cy="6014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465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F07F2E-6462-6A35-4139-989D4E1EB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DD5EC80-3DC9-95C4-E7B9-5FAFC3AB36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97" y="861863"/>
            <a:ext cx="11854361" cy="546992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EED6BFC-DDAC-31FD-3240-CDBCA52FF6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7957" y="4390846"/>
            <a:ext cx="9675228" cy="22658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8668705-4164-E152-2E08-EF668D3D31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18047" y="6262471"/>
            <a:ext cx="800212" cy="52394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7DDB1E3-0798-2E4E-D620-4C6A1047BB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-8626"/>
            <a:ext cx="12192000" cy="686662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C862917-F04F-B658-6900-2B8C89A605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317" y="641973"/>
            <a:ext cx="10310989" cy="601474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CE81067-C06C-4D35-2F7F-441A54E0276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54978" t="49324" r="14841" b="4492"/>
          <a:stretch>
            <a:fillRect/>
          </a:stretch>
        </p:blipFill>
        <p:spPr>
          <a:xfrm>
            <a:off x="859576" y="1028869"/>
            <a:ext cx="5349027" cy="4774783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0190E69-2915-4E03-7140-4BFE4A380DCD}"/>
              </a:ext>
            </a:extLst>
          </p:cNvPr>
          <p:cNvCxnSpPr>
            <a:cxnSpLocks/>
          </p:cNvCxnSpPr>
          <p:nvPr/>
        </p:nvCxnSpPr>
        <p:spPr>
          <a:xfrm>
            <a:off x="6208603" y="1028869"/>
            <a:ext cx="3529757" cy="267286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4915311-E16D-3590-8E2C-8EB465F500E4}"/>
              </a:ext>
            </a:extLst>
          </p:cNvPr>
          <p:cNvCxnSpPr>
            <a:cxnSpLocks/>
          </p:cNvCxnSpPr>
          <p:nvPr/>
        </p:nvCxnSpPr>
        <p:spPr>
          <a:xfrm>
            <a:off x="859576" y="5829131"/>
            <a:ext cx="5891744" cy="53061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C3B75603-3BEB-5232-5EAE-D9052EC936EF}"/>
              </a:ext>
            </a:extLst>
          </p:cNvPr>
          <p:cNvSpPr/>
          <p:nvPr/>
        </p:nvSpPr>
        <p:spPr>
          <a:xfrm>
            <a:off x="6751320" y="3701738"/>
            <a:ext cx="2987040" cy="2658008"/>
          </a:xfrm>
          <a:prstGeom prst="rect">
            <a:avLst/>
          </a:prstGeom>
          <a:noFill/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8309016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1AC71F-A656-0981-FD08-4FE9D1263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D2F852C-6908-8536-33C6-48E9A95793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97" y="861863"/>
            <a:ext cx="11854361" cy="546992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6023A72-DEAA-FA15-C6D4-8BE28263AF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7957" y="4390846"/>
            <a:ext cx="9675228" cy="22658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6933B7E-EDC4-A8CC-3AD5-AE4C7FDE11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18047" y="6262471"/>
            <a:ext cx="800212" cy="52394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D52A02D-47C3-A206-F8B0-DB46B5AE62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-8626"/>
            <a:ext cx="12192000" cy="686662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4D4B993-340A-DDAF-D64C-A2F6EF14A1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3042" y="927617"/>
            <a:ext cx="4032000" cy="2520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798740D-29EA-0B70-E159-A5C1F463EEE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80000" y="927617"/>
            <a:ext cx="4032000" cy="2520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1B0E81F-15F1-9165-DEE9-EAA9237BEA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06960" y="927617"/>
            <a:ext cx="4032000" cy="2520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6B606A6-0909-00AF-D4E5-A9924D1B749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3042" y="3742471"/>
            <a:ext cx="4032000" cy="2520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F81BA6E-2FCE-9A15-DE74-BFF596EA3D4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54259" y="3742471"/>
            <a:ext cx="4032000" cy="25200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7AA9AD6-A291-B8F9-42B1-B79143BABFD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06960" y="3686073"/>
            <a:ext cx="4032000" cy="25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3908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F1F727-84EA-60F0-711B-94B603E1C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D8DB9E4-CFB5-452D-A6BF-8716E38482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97" y="861863"/>
            <a:ext cx="11854361" cy="546992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7617FED-3F3A-856C-6090-4D3E4DE1CC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7957" y="4390846"/>
            <a:ext cx="9675228" cy="22658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1F11B71-3011-BF82-D7FD-286E71AC73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18047" y="6262471"/>
            <a:ext cx="800212" cy="52394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6F3057D-F98C-5ED3-6D83-D6968C1613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-8626"/>
            <a:ext cx="12192000" cy="686662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E8F011B-D093-7928-53E1-27AED3134A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317" y="641973"/>
            <a:ext cx="10310989" cy="6014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18823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70CC5-2630-C203-02A4-548978F29C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14F757E-167E-8F49-03F9-3F338AAF03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97" y="861863"/>
            <a:ext cx="11854361" cy="546992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574F22E-5DDC-D64A-3E59-BF8F67AA72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7957" y="4390846"/>
            <a:ext cx="9675228" cy="22658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5BC19CB-B93A-9CFE-5A20-26FC782E35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18047" y="6262471"/>
            <a:ext cx="800212" cy="52394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DED01A1-7B73-C236-1FE2-888D9342BB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-8626"/>
            <a:ext cx="12192000" cy="686662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928FE09-C0B8-E1C1-D5DE-0814D20FC0B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317" y="641973"/>
            <a:ext cx="10310989" cy="60147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54CFBB4-7388-FA61-93C4-77EA37EA700B}"/>
              </a:ext>
            </a:extLst>
          </p:cNvPr>
          <p:cNvSpPr/>
          <p:nvPr/>
        </p:nvSpPr>
        <p:spPr>
          <a:xfrm>
            <a:off x="8214949" y="1647644"/>
            <a:ext cx="550591" cy="4761781"/>
          </a:xfrm>
          <a:prstGeom prst="rect">
            <a:avLst/>
          </a:prstGeom>
          <a:noFill/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152138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C818DC-259A-BBFC-1790-3E6FB5EC2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A76CAFE-5E0F-CA42-467D-C56CC5EFAD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97" y="861863"/>
            <a:ext cx="11854361" cy="546992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FA9EDB0-CA87-E690-CB5A-0138F13600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7957" y="4390846"/>
            <a:ext cx="9675228" cy="22658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2CE76F1-375A-52D5-AA0F-8EAB21B977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18047" y="6262471"/>
            <a:ext cx="800212" cy="52394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901EE59-A3D5-D437-C39E-2DF77730EB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-8626"/>
            <a:ext cx="12192000" cy="686662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34502B1-A2E4-9BAB-3874-664F9D2C34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6587" y="861863"/>
            <a:ext cx="9590380" cy="57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48931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2CE8BF-5BF4-B690-F421-2926FB903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1C1A6EF-F1B8-359C-AC0E-C00ED3EB3E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97" y="861863"/>
            <a:ext cx="11854361" cy="546992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A951D33-5CA3-E6F6-89C8-B15DEEECE7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7957" y="4390846"/>
            <a:ext cx="9675228" cy="22658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9935A78-1DC6-BC5C-2938-1888C1A1F7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18047" y="6262471"/>
            <a:ext cx="800212" cy="52394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360771D-7D74-4308-6A21-7FC57E43F9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-8626"/>
            <a:ext cx="12192000" cy="686662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57C66F0-4686-062A-8D79-C709F956384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78656" y="716825"/>
            <a:ext cx="9590379" cy="57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79588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A6327-A074-1B52-56F9-34CEEABFA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769A48A-9FB8-12E1-04F5-3572515284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97" y="861863"/>
            <a:ext cx="11854361" cy="546992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DE1807B-5938-511F-A2FB-18553468F6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7957" y="4390846"/>
            <a:ext cx="9675228" cy="22658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2A4BEB3-177D-254B-33E9-F321752271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18047" y="6262471"/>
            <a:ext cx="800212" cy="52394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5A6BD8A-F8CB-1B14-5295-C4234D6DF4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-8626"/>
            <a:ext cx="12192000" cy="686662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00DEDB9-8BDE-4B27-47BB-5C1B7A9A2B1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23990" y="685794"/>
            <a:ext cx="9144019" cy="548641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6E0488B-EBBD-BC0B-EEAE-02BC4422C14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08061" y="727538"/>
            <a:ext cx="952559" cy="26864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39A4E12-809D-6CB9-9C5C-DDC9DDB877A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23435" y="2560021"/>
            <a:ext cx="1258986" cy="9288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DF9591F-BC97-7F75-5305-30ABF758A0D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82421" y="2560021"/>
            <a:ext cx="1258986" cy="9288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E080ACB-EF36-0B7D-0A98-F33E5FAF0BD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23435" y="3488821"/>
            <a:ext cx="1258986" cy="9288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14C1D05-7DB3-D435-304A-974556856E1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82421" y="3488821"/>
            <a:ext cx="1258986" cy="9288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8949C81-BC8B-4069-3C32-491AC019E48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64449" y="3488821"/>
            <a:ext cx="1258986" cy="9288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EF8E69F-6931-F94F-8940-F3411D6040C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23435" y="3488821"/>
            <a:ext cx="1258986" cy="9288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F0C67BAA-864D-17B6-2493-B6D703BBF0F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64449" y="4417621"/>
            <a:ext cx="1258986" cy="9288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0CE37C43-FDB2-95CD-1EA5-2B49CF9BF88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23435" y="4417621"/>
            <a:ext cx="1258986" cy="9288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37698CDD-EAA1-ED1A-20D9-BBDFBEC4D29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64449" y="2560021"/>
            <a:ext cx="1258986" cy="9288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02415488-BB5D-90E6-9D15-3A1729C33E3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23435" y="2560021"/>
            <a:ext cx="1258986" cy="9288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432CDCEF-619B-35BB-DB29-A2A92F59EBF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64449" y="3488821"/>
            <a:ext cx="1258986" cy="92880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F3B335B6-A76B-587F-833E-C2D5907671C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23435" y="3488821"/>
            <a:ext cx="1258986" cy="9288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FBFA99C0-2F7E-33C2-3E8A-EEB06B16657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82421" y="3488821"/>
            <a:ext cx="1258986" cy="92880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11BA9013-757B-9C06-05FC-491853BBB3D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41407" y="3488821"/>
            <a:ext cx="1258986" cy="9288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7A843443-D05C-F1EA-74E4-718F7A2202B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82421" y="4417621"/>
            <a:ext cx="1258986" cy="92880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13428DF6-330E-8BCF-29E5-6BB9B82D6B5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41407" y="4417621"/>
            <a:ext cx="1258986" cy="92880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12E1FF18-CB29-846E-F10B-633C074CFA9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98658" y="3486447"/>
            <a:ext cx="1258986" cy="92880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232628E1-2B11-2157-A44A-EBCB1761381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57644" y="3486447"/>
            <a:ext cx="1258986" cy="928800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4E3E8082-A61F-A63A-ECD1-871BA01A324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98658" y="4415247"/>
            <a:ext cx="1258986" cy="92880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8DE25DD0-F0A0-9F64-571C-B25C1907E11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57644" y="4415247"/>
            <a:ext cx="1258986" cy="92880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F8F1F2ED-372C-26C7-FBC7-31642859B72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41407" y="1631221"/>
            <a:ext cx="1258986" cy="928800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F51667AC-6573-D1F6-415A-9B32F4241D0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00393" y="1631221"/>
            <a:ext cx="1258986" cy="928800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C6BC5E1D-840B-19C6-863F-A99F47D31B5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41407" y="2560021"/>
            <a:ext cx="1258986" cy="928800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1F0E8A75-815E-0BF2-CE23-057B34AF911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00393" y="2560021"/>
            <a:ext cx="1258986" cy="928800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857CAA10-7E5F-8718-CA2A-58DF6790E5C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98658" y="1631221"/>
            <a:ext cx="1258986" cy="928800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D0FC55D0-83F6-59E0-F29D-2FBF27B1360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57644" y="1631221"/>
            <a:ext cx="1258986" cy="928800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DA701D5B-BBD0-C17B-5582-7A5DF11CB41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98658" y="2560021"/>
            <a:ext cx="1258986" cy="928800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F6664B0F-B993-ACA0-13B0-73F16821C02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57644" y="2560021"/>
            <a:ext cx="1258986" cy="928800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2AC64FDD-13DD-E614-6FFD-80FDC2CB470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76722" y="5287979"/>
            <a:ext cx="1471818" cy="204816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6AB9B6DB-3318-78F6-6C2B-0E445D6DD2D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80050" y="1125159"/>
            <a:ext cx="795600" cy="1282607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D8FCA63F-26EA-B9D1-5563-E4EE60D9D86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80050" y="2054947"/>
            <a:ext cx="795600" cy="1282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3918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04DB0B-A3C6-3E7E-844A-E7CFC4802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CBF640F-CC8A-652D-BAF6-D7B1337502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97" y="861863"/>
            <a:ext cx="11854361" cy="546992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9B4B76F-0F70-8B0A-3E1B-E793D44C32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7957" y="4390846"/>
            <a:ext cx="9675228" cy="22658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0017C5A-5315-1ADD-67DC-7C1AD65A60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18047" y="6262471"/>
            <a:ext cx="800212" cy="52394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27B02F2-9BD0-43F9-F794-9B49E6228A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-8626"/>
            <a:ext cx="12192000" cy="686662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C9D703D-50E5-6B72-57AF-50CBCBD9539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23990" y="685794"/>
            <a:ext cx="9144019" cy="548641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65293A5-5293-96D1-FCA9-BB39912BE4B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08061" y="727538"/>
            <a:ext cx="952559" cy="268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53555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BA6CAFC-B8E8-B759-C8BB-4267180285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4256" y="256732"/>
            <a:ext cx="9583487" cy="6344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67567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D512B2-B8FB-9D6E-5E46-E4880C041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6F44E5E-52EF-CF00-6660-DF3341DF1E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97" y="861863"/>
            <a:ext cx="11854361" cy="546992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DB5646A-70C3-2F22-A1E5-2C5E3F7D48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7957" y="4390846"/>
            <a:ext cx="9675228" cy="22658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61D6497-028D-D903-03FE-0454588AC8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18047" y="6262471"/>
            <a:ext cx="800212" cy="52394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5F99C4C-3F43-739E-A1E1-F0FB5B0E17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-8626"/>
            <a:ext cx="12192000" cy="686662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FC93518-DEBF-C8AE-95A9-2EE2960DC92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23990" y="685794"/>
            <a:ext cx="9144019" cy="548641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9DEA64B-C5AB-7ADB-3FD5-2D080F5705C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30921" y="727538"/>
            <a:ext cx="952559" cy="268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2917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668F59-2345-A9BD-1AC9-A91284D3B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DB524FC-B853-7E49-9ED5-79210D657F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97" y="861863"/>
            <a:ext cx="11854361" cy="546992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8634081-769F-9F79-7406-2BAD960E1D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7957" y="4390846"/>
            <a:ext cx="9675228" cy="22658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63595C9-A174-92FC-CF25-10A48DEE04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18047" y="6262471"/>
            <a:ext cx="800212" cy="52394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16527D3-76E3-38D2-96AE-0A743D4589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-8626"/>
            <a:ext cx="12192000" cy="686662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18771A8-07DE-8200-F395-FD973DCEAB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23990" y="685794"/>
            <a:ext cx="9144019" cy="548641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571C091-F229-7457-FB0B-39B78B94B8B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45221" y="727538"/>
            <a:ext cx="952559" cy="268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42856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7F3AC4-5270-20F7-FE4E-2A5416904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ADC2337-DB2F-9D0F-A214-FFC6288619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97" y="861863"/>
            <a:ext cx="11854361" cy="546992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18FAC99-057D-8D6C-3B09-FA63D336DE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7957" y="4390846"/>
            <a:ext cx="9675228" cy="22658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867BF55-A9A9-A58E-4052-151C0869E3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18047" y="6262471"/>
            <a:ext cx="800212" cy="52394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2BD683E-6D30-7396-28DB-C8485CF617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-8626"/>
            <a:ext cx="12192000" cy="686662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A9AEBD4-5756-EE22-F320-6A962DD901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23990" y="685794"/>
            <a:ext cx="9144019" cy="548641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6216F9F-1429-57E4-E8F8-09FD56D21E2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91881" y="727538"/>
            <a:ext cx="952559" cy="268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1209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F302C-73E5-57F3-1AA3-020ABB5BE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DA61713-E1F2-85CF-E392-A5DC544991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97" y="861863"/>
            <a:ext cx="11854361" cy="546992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D51D199-AB30-D699-7F1D-6CDD130036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7957" y="4390846"/>
            <a:ext cx="9675228" cy="22658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297616-00C6-24EF-F2C7-3EBC9F9D87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18047" y="6262471"/>
            <a:ext cx="800212" cy="52394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EE327FC-DB6C-FC77-F183-AEE2CA538D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-8626"/>
            <a:ext cx="12192000" cy="686662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0EC73BE-8DE7-782A-EC55-DF790D15D4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23990" y="685794"/>
            <a:ext cx="9144019" cy="548641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CD6943F-6261-FEF9-E8A6-EA0F77B20A7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53781" y="735158"/>
            <a:ext cx="952559" cy="268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70468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F7254A-52C3-01C7-07B0-BA67DC351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20054A5-4927-FE03-EE71-8517615038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97" y="861863"/>
            <a:ext cx="11854361" cy="546992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7ABA122-9DF4-48F6-608C-F77213D426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7957" y="4390846"/>
            <a:ext cx="9675228" cy="22658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BDE7266-54A8-85FD-4532-32EE2B9025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18047" y="6262471"/>
            <a:ext cx="800212" cy="52394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231221D-CAAF-3F82-DB5E-FDD36D2D45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-8626"/>
            <a:ext cx="12192000" cy="686662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C10B10E-981B-E8C0-F47C-6C71F602F3B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23990" y="685794"/>
            <a:ext cx="9144019" cy="548641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7685E2D-EA55-DE1D-CE9B-2A5EB0B8ECC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53781" y="727538"/>
            <a:ext cx="952559" cy="268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7696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E1A3A7-D896-311F-EF63-1E41C9ABB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402AB2D-60F4-8AE0-84D3-B32864847E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97" y="861863"/>
            <a:ext cx="11854361" cy="546992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27B2477-C6D2-10D7-D693-3EA6BF13E7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7957" y="4390846"/>
            <a:ext cx="9675228" cy="22658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6EF97D7-8B54-CBBF-2601-E7DBBEC240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18047" y="6262471"/>
            <a:ext cx="800212" cy="52394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E8A88D4-3AA0-159A-A8EF-49C63955EB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-8626"/>
            <a:ext cx="12192000" cy="6866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0317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151458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228</TotalTime>
  <Words>140</Words>
  <Application>Microsoft Office PowerPoint</Application>
  <PresentationFormat>Widescreen</PresentationFormat>
  <Paragraphs>34</Paragraphs>
  <Slides>35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7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Optimized Virtual Orbital Space (OVOS)</dc:title>
  <dc:subject>PptxGenJS Presentation</dc:subject>
  <dc:creator>Created by Marp</dc:creator>
  <cp:lastModifiedBy>Tobias Born Clausen</cp:lastModifiedBy>
  <cp:revision>3</cp:revision>
  <dcterms:created xsi:type="dcterms:W3CDTF">2026-03-05T09:06:32Z</dcterms:created>
  <dcterms:modified xsi:type="dcterms:W3CDTF">2026-04-24T11:49:12Z</dcterms:modified>
</cp:coreProperties>
</file>