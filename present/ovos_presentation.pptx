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Master's thesis on **Optimized Virtual Orbitals (OVO)** for quantum computing at UCPH. Implementation based on [L. Adamowicz &amp; R. J. Bartlett (1987)](https://pubs.aip.org/aip/jcp/article/86/11/6314/93345/Optimized-virtual-orbital-space-for-high-level) - minimizes second-order correlation energy (MP2) using orbital rotations 
Outline
1. Motivation
2. Theoretical background
3. OVOS algorithm (reference)
4. Key equations
5. Implementation details
6. Numerical results
7. Limitations &amp; future work
8.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Optimized Virtual Orbital Space (OVOS)</dc:title>
  <dc:subject>PptxGenJS Presentation</dc:subject>
  <dc:creator>Created by Marp</dc:creator>
  <cp:lastModifiedBy>Created by Marp</cp:lastModifiedBy>
  <cp:revision>1</cp:revision>
  <dcterms:created xsi:type="dcterms:W3CDTF">2026-03-05T09:06:32Z</dcterms:created>
  <dcterms:modified xsi:type="dcterms:W3CDTF">2026-03-05T09:06:32Z</dcterms:modified>
</cp:coreProperties>
</file>